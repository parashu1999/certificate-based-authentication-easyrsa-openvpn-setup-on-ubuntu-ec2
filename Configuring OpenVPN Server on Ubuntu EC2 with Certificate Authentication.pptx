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52"/>
  </p:notesMasterIdLst>
  <p:sldIdLst>
    <p:sldId id="347" r:id="rId2"/>
    <p:sldId id="296" r:id="rId3"/>
    <p:sldId id="297" r:id="rId4"/>
    <p:sldId id="298" r:id="rId5"/>
    <p:sldId id="299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334" r:id="rId38"/>
    <p:sldId id="335" r:id="rId39"/>
    <p:sldId id="336" r:id="rId40"/>
    <p:sldId id="337" r:id="rId41"/>
    <p:sldId id="338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8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8" autoAdjust="0"/>
    <p:restoredTop sz="93220" autoAdjust="0"/>
  </p:normalViewPr>
  <p:slideViewPr>
    <p:cSldViewPr snapToGrid="0" snapToObjects="1">
      <p:cViewPr varScale="1">
        <p:scale>
          <a:sx n="53" d="100"/>
          <a:sy n="53" d="100"/>
        </p:scale>
        <p:origin x="-1310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5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0FE0A-60B5-4E24-9B9E-DAC22FBC3096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04A8A-85AE-414A-A8D7-467B9AAC4D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C04A8A-85AE-414A-A8D7-467B9AAC4D2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3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3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3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1"/>
            <a:ext cx="6172200" cy="2053591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1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3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1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9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1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ubuntu@13.214.175.82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openvpn.net/client/" TargetMode="Externa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hyperlink" Target="https://whatismyipaddress.com/" TargetMode="Externa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2177018"/>
            <a:ext cx="7629525" cy="1894363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configuring  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openvpn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server  on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ubuntu</a:t>
            </a:r>
            <a:r>
              <a:rPr lang="en-US" sz="3200" smtClean="0">
                <a:latin typeface="Times New Roman" pitchFamily="18" charset="0"/>
                <a:cs typeface="Times New Roman" pitchFamily="18" charset="0"/>
              </a:rPr>
              <a:t>  ec2  with  certificate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authentication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4625" y="4317523"/>
            <a:ext cx="6172200" cy="1371600"/>
          </a:xfrm>
        </p:spPr>
        <p:txBody>
          <a:bodyPr/>
          <a:lstStyle/>
          <a:p>
            <a:r>
              <a:rPr lang="en-US" dirty="0" smtClean="0"/>
              <a:t>																					Prepare by : </a:t>
            </a:r>
            <a:r>
              <a:rPr lang="en-US" dirty="0" err="1" smtClean="0"/>
              <a:t>Parashurama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925" y="152400"/>
            <a:ext cx="8858250" cy="640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❗ Without the certificates, you CANNOT connect to VPN</a:t>
            </a:r>
          </a:p>
          <a:p>
            <a:endParaRPr lang="en-US" sz="2000" b="1" dirty="0" smtClean="0"/>
          </a:p>
          <a:p>
            <a:r>
              <a:rPr lang="en-US" sz="2000" dirty="0" smtClean="0"/>
              <a:t>To use OpenVPN, you must have:</a:t>
            </a:r>
          </a:p>
          <a:p>
            <a:endParaRPr lang="en-US" sz="2000" dirty="0" smtClean="0"/>
          </a:p>
          <a:p>
            <a:pPr lvl="1" indent="400050">
              <a:buFont typeface="Wingdings" pitchFamily="2" charset="2"/>
              <a:buChar char="Ø"/>
            </a:pPr>
            <a:r>
              <a:rPr lang="en-US" sz="2000" dirty="0" smtClean="0"/>
              <a:t>ca.crt</a:t>
            </a:r>
          </a:p>
          <a:p>
            <a:pPr lvl="1" indent="400050">
              <a:buFont typeface="Wingdings" pitchFamily="2" charset="2"/>
              <a:buChar char="Ø"/>
            </a:pPr>
            <a:r>
              <a:rPr lang="en-US" sz="2000" dirty="0" smtClean="0"/>
              <a:t>server.crt</a:t>
            </a:r>
          </a:p>
          <a:p>
            <a:pPr lvl="1" indent="400050">
              <a:buFont typeface="Wingdings" pitchFamily="2" charset="2"/>
              <a:buChar char="Ø"/>
            </a:pPr>
            <a:r>
              <a:rPr lang="en-US" sz="2000" dirty="0" err="1" smtClean="0"/>
              <a:t>server.key</a:t>
            </a:r>
            <a:endParaRPr lang="en-US" sz="2000" dirty="0" smtClean="0"/>
          </a:p>
          <a:p>
            <a:pPr lvl="1" indent="400050">
              <a:buFont typeface="Wingdings" pitchFamily="2" charset="2"/>
              <a:buChar char="Ø"/>
            </a:pPr>
            <a:r>
              <a:rPr lang="en-US" sz="2000" dirty="0" smtClean="0"/>
              <a:t>client.crt</a:t>
            </a:r>
          </a:p>
          <a:p>
            <a:pPr lvl="1" indent="400050">
              <a:buFont typeface="Wingdings" pitchFamily="2" charset="2"/>
              <a:buChar char="Ø"/>
            </a:pPr>
            <a:r>
              <a:rPr lang="en-US" sz="2000" dirty="0" err="1" smtClean="0"/>
              <a:t>client.key</a:t>
            </a:r>
            <a:endParaRPr lang="en-US" sz="2000" dirty="0" smtClean="0"/>
          </a:p>
          <a:p>
            <a:pPr lvl="1" indent="400050">
              <a:buFont typeface="Wingdings" pitchFamily="2" charset="2"/>
              <a:buChar char="Ø"/>
            </a:pPr>
            <a:r>
              <a:rPr lang="en-US" sz="2000" dirty="0" smtClean="0"/>
              <a:t>dh.pem</a:t>
            </a:r>
          </a:p>
          <a:p>
            <a:pPr lvl="1" indent="400050">
              <a:buFont typeface="Wingdings" pitchFamily="2" charset="2"/>
              <a:buChar char="Ø"/>
            </a:pPr>
            <a:r>
              <a:rPr lang="en-US" sz="2000" dirty="0" smtClean="0"/>
              <a:t>Optional: </a:t>
            </a:r>
            <a:r>
              <a:rPr lang="en-US" sz="2000" dirty="0" err="1" smtClean="0"/>
              <a:t>ta.key</a:t>
            </a:r>
            <a:endParaRPr lang="en-US" sz="2000" dirty="0" smtClean="0"/>
          </a:p>
          <a:p>
            <a:pPr lvl="1" indent="400050">
              <a:buFont typeface="Wingdings" pitchFamily="2" charset="2"/>
              <a:buChar char="Ø"/>
            </a:pPr>
            <a:r>
              <a:rPr lang="en-US" sz="2000" dirty="0" smtClean="0"/>
              <a:t>Since EC2 was deleted → these files are gone.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Can you delete the EC2 instance after creating copy of certificates?</a:t>
            </a:r>
          </a:p>
          <a:p>
            <a:endParaRPr lang="en-US" sz="2000" b="1" dirty="0" smtClean="0"/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Yes</a:t>
            </a:r>
            <a:r>
              <a:rPr lang="en-US" dirty="0" smtClean="0"/>
              <a:t>, because Easy-RSA only generates certificate files.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If you </a:t>
            </a:r>
            <a:r>
              <a:rPr lang="en-US" b="1" dirty="0" smtClean="0"/>
              <a:t>downloaded &amp; saved</a:t>
            </a:r>
            <a:r>
              <a:rPr lang="en-US" dirty="0" smtClean="0"/>
              <a:t> those files to your laptop safely, you can use them anywhere.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But… You </a:t>
            </a:r>
            <a:r>
              <a:rPr lang="en-US" b="1" dirty="0" smtClean="0"/>
              <a:t>cannot run the VPN server</a:t>
            </a:r>
            <a:r>
              <a:rPr lang="en-US" dirty="0" smtClean="0"/>
              <a:t> unless you create a </a:t>
            </a:r>
            <a:r>
              <a:rPr lang="en-US" b="1" dirty="0" smtClean="0"/>
              <a:t>new EC2 instance</a:t>
            </a:r>
            <a:r>
              <a:rPr lang="en-US" dirty="0" smtClean="0"/>
              <a:t> and upload the certificates there.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0025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/>
              <a:t>Adding a certificate to a VPN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228600" y="714375"/>
            <a:ext cx="87725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 smtClean="0"/>
              <a:t>	Adding a certificate to a VPN</a:t>
            </a:r>
            <a:r>
              <a:rPr lang="en-US" dirty="0" smtClean="0"/>
              <a:t> means importing the </a:t>
            </a:r>
            <a:r>
              <a:rPr lang="en-US" b="1" dirty="0" smtClean="0"/>
              <a:t>client certificate</a:t>
            </a:r>
            <a:r>
              <a:rPr lang="en-US" dirty="0" smtClean="0"/>
              <a:t>, </a:t>
            </a:r>
            <a:r>
              <a:rPr lang="en-US" b="1" dirty="0" smtClean="0"/>
              <a:t>client private key</a:t>
            </a:r>
            <a:r>
              <a:rPr lang="en-US" dirty="0" smtClean="0"/>
              <a:t>, and </a:t>
            </a:r>
            <a:r>
              <a:rPr lang="en-US" b="1" dirty="0" smtClean="0"/>
              <a:t>CA certificate</a:t>
            </a:r>
            <a:r>
              <a:rPr lang="en-US" dirty="0" smtClean="0"/>
              <a:t> generated by Easy-RSA into your VPN client software so that the VPN can authenticate and securely connect to the server.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71475" y="1914704"/>
            <a:ext cx="56959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Why it is used</a:t>
            </a:r>
          </a:p>
          <a:p>
            <a:pPr lvl="1" indent="285750">
              <a:buFont typeface="Wingdings" pitchFamily="2" charset="2"/>
              <a:buChar char="Ø"/>
            </a:pPr>
            <a:r>
              <a:rPr lang="en-US" dirty="0" smtClean="0"/>
              <a:t>Provides </a:t>
            </a:r>
            <a:r>
              <a:rPr lang="en-US" b="1" dirty="0" smtClean="0"/>
              <a:t>strong security</a:t>
            </a:r>
            <a:endParaRPr lang="en-US" dirty="0" smtClean="0"/>
          </a:p>
          <a:p>
            <a:pPr lvl="1" indent="285750">
              <a:buFont typeface="Wingdings" pitchFamily="2" charset="2"/>
              <a:buChar char="Ø"/>
            </a:pPr>
            <a:r>
              <a:rPr lang="en-US" dirty="0" smtClean="0"/>
              <a:t>Prevents </a:t>
            </a:r>
            <a:r>
              <a:rPr lang="en-US" b="1" dirty="0" smtClean="0"/>
              <a:t>unauthorized access</a:t>
            </a:r>
            <a:endParaRPr lang="en-US" dirty="0" smtClean="0"/>
          </a:p>
          <a:p>
            <a:pPr lvl="1" indent="285750">
              <a:buFont typeface="Wingdings" pitchFamily="2" charset="2"/>
              <a:buChar char="Ø"/>
            </a:pPr>
            <a:r>
              <a:rPr lang="en-US" dirty="0" smtClean="0"/>
              <a:t>Ensures </a:t>
            </a:r>
            <a:r>
              <a:rPr lang="en-US" b="1" dirty="0" smtClean="0"/>
              <a:t>encrypted communication</a:t>
            </a:r>
            <a:endParaRPr lang="en-US" dirty="0" smtClean="0"/>
          </a:p>
          <a:p>
            <a:pPr lvl="1" indent="285750">
              <a:buFont typeface="Wingdings" pitchFamily="2" charset="2"/>
              <a:buChar char="Ø"/>
            </a:pPr>
            <a:r>
              <a:rPr lang="en-US" dirty="0" smtClean="0"/>
              <a:t>Safer than username/password</a:t>
            </a:r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71475" y="3395514"/>
            <a:ext cx="9144000" cy="346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How it works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 Easy-RSA creates:</a:t>
            </a: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CA certificate (ca.crt)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Server certificate + key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Client certificate + key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VPN </a:t>
            </a:r>
            <a:r>
              <a:rPr lang="en-US" dirty="0" err="1" smtClean="0">
                <a:latin typeface="+mj-lt"/>
                <a:cs typeface="Arial" pitchFamily="34" charset="0"/>
              </a:rPr>
              <a:t>VPN</a:t>
            </a:r>
            <a:r>
              <a:rPr lang="en-US" dirty="0" smtClean="0">
                <a:latin typeface="+mj-lt"/>
                <a:cs typeface="Arial" pitchFamily="34" charset="0"/>
              </a:rPr>
              <a:t> server trusts certificates signed by your CA.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C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lient uses: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client.crt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client.key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ca.crt</a:t>
            </a:r>
            <a:endParaRPr kumimoji="0" 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 If certificates match →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VPN connection successful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71450"/>
            <a:ext cx="87534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/>
              <a:t>Diagram: How Certificate Authentication Works</a:t>
            </a:r>
            <a:endParaRPr lang="en-US" b="1" dirty="0"/>
          </a:p>
        </p:txBody>
      </p:sp>
      <p:pic>
        <p:nvPicPr>
          <p:cNvPr id="3" name="Picture 2" descr="Public-Key-Infrastructure.png"/>
          <p:cNvPicPr>
            <a:picLocks noChangeAspect="1"/>
          </p:cNvPicPr>
          <p:nvPr/>
        </p:nvPicPr>
        <p:blipFill>
          <a:blip r:embed="rId2"/>
          <a:srcRect l="2917" t="5462" r="2812" b="3302"/>
          <a:stretch>
            <a:fillRect/>
          </a:stretch>
        </p:blipFill>
        <p:spPr>
          <a:xfrm>
            <a:off x="266700" y="876300"/>
            <a:ext cx="8620125" cy="5229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238125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/>
              <a:t>Adding a certificate to a VPN</a:t>
            </a:r>
          </a:p>
          <a:p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	Step 1: </a:t>
            </a:r>
            <a:r>
              <a:rPr lang="en-US" b="1" dirty="0" smtClean="0"/>
              <a:t>Now Create Another one EC2 Instance</a:t>
            </a:r>
            <a:endParaRPr lang="en-US" b="1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97000"/>
            <a:ext cx="8686800" cy="538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400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Modifiy</a:t>
            </a:r>
            <a:r>
              <a:rPr lang="en-US" b="1" dirty="0" smtClean="0"/>
              <a:t> the </a:t>
            </a:r>
            <a:r>
              <a:rPr lang="en-US" b="1" dirty="0" err="1" smtClean="0"/>
              <a:t>Nerwork</a:t>
            </a:r>
            <a:r>
              <a:rPr lang="en-US" b="1" dirty="0" smtClean="0"/>
              <a:t> setting</a:t>
            </a:r>
          </a:p>
          <a:p>
            <a:endParaRPr lang="en-US" b="1" dirty="0" smtClean="0"/>
          </a:p>
          <a:p>
            <a:pPr marL="457200" indent="-228600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FF0000"/>
                </a:solidFill>
              </a:rPr>
              <a:t> SSH is mandatory</a:t>
            </a:r>
            <a:r>
              <a:rPr lang="en-US" b="1" dirty="0" smtClean="0"/>
              <a:t> </a:t>
            </a:r>
          </a:p>
          <a:p>
            <a:pPr marL="457200" indent="-228600">
              <a:buFont typeface="Wingdings" pitchFamily="2" charset="2"/>
              <a:buChar char="Ø"/>
            </a:pPr>
            <a:r>
              <a:rPr lang="en-US" b="1" dirty="0" smtClean="0"/>
              <a:t> Add security group rule</a:t>
            </a:r>
          </a:p>
          <a:p>
            <a:pPr marL="914400" lvl="1" indent="-228600">
              <a:buFont typeface="Wingdings" pitchFamily="2" charset="2"/>
              <a:buChar char="Ø"/>
            </a:pPr>
            <a:endParaRPr lang="en-US" b="1" dirty="0" smtClean="0"/>
          </a:p>
          <a:p>
            <a:pPr marL="914400" lvl="1" indent="-228600">
              <a:buFont typeface="Wingdings" pitchFamily="2" charset="2"/>
              <a:buChar char="Ø"/>
            </a:pPr>
            <a:r>
              <a:rPr lang="en-US" dirty="0" smtClean="0"/>
              <a:t>Type - </a:t>
            </a:r>
            <a:r>
              <a:rPr lang="en-US" b="1" dirty="0" smtClean="0"/>
              <a:t>Custom UDP</a:t>
            </a:r>
          </a:p>
          <a:p>
            <a:pPr marL="914400" lvl="1" indent="-228600">
              <a:buFont typeface="Wingdings" pitchFamily="2" charset="2"/>
              <a:buChar char="Ø"/>
            </a:pPr>
            <a:r>
              <a:rPr lang="en-US" dirty="0" smtClean="0"/>
              <a:t>Port Range – </a:t>
            </a:r>
            <a:r>
              <a:rPr lang="en-US" b="1" dirty="0" smtClean="0"/>
              <a:t>1194</a:t>
            </a:r>
          </a:p>
          <a:p>
            <a:pPr marL="914400" lvl="1" indent="-228600">
              <a:buFont typeface="Wingdings" pitchFamily="2" charset="2"/>
              <a:buChar char="Ø"/>
            </a:pPr>
            <a:r>
              <a:rPr lang="en-US" dirty="0" smtClean="0"/>
              <a:t>Source type – </a:t>
            </a:r>
            <a:r>
              <a:rPr lang="en-US" dirty="0" err="1" smtClean="0"/>
              <a:t>Anywhare</a:t>
            </a:r>
            <a:endParaRPr lang="en-US" dirty="0" smtClean="0"/>
          </a:p>
        </p:txBody>
      </p:sp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8763" y="2590800"/>
            <a:ext cx="8542337" cy="356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58763" y="61547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0" lvl="1" indent="-228600"/>
            <a:endParaRPr lang="en-US" dirty="0" smtClean="0"/>
          </a:p>
          <a:p>
            <a:pPr marL="0" lvl="1"/>
            <a:r>
              <a:rPr lang="en-US" dirty="0" smtClean="0"/>
              <a:t> Now </a:t>
            </a:r>
            <a:r>
              <a:rPr lang="en-US" b="1" dirty="0" smtClean="0"/>
              <a:t>Lunch Instance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363" y="633413"/>
            <a:ext cx="8677275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233363" y="213281"/>
            <a:ext cx="86772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/>
              <a:t>New EC2 instance Created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233363" y="3709988"/>
            <a:ext cx="86772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Step 2 : </a:t>
            </a:r>
            <a:r>
              <a:rPr lang="en-US" b="1" dirty="0" smtClean="0"/>
              <a:t>Connect to instance</a:t>
            </a:r>
          </a:p>
          <a:p>
            <a:pPr algn="just"/>
            <a:endParaRPr lang="en-US" dirty="0" smtClean="0"/>
          </a:p>
          <a:p>
            <a:pPr marL="292100" algn="just">
              <a:buFont typeface="Wingdings" pitchFamily="2" charset="2"/>
              <a:buChar char="ü"/>
            </a:pPr>
            <a:r>
              <a:rPr lang="en-US" dirty="0" smtClean="0"/>
              <a:t> Copy the </a:t>
            </a:r>
            <a:r>
              <a:rPr lang="en-US" b="1" dirty="0" smtClean="0"/>
              <a:t>Public IPv4 address (</a:t>
            </a:r>
            <a:r>
              <a:rPr lang="en-US" dirty="0" smtClean="0"/>
              <a:t>13.214.175.82)</a:t>
            </a:r>
          </a:p>
          <a:p>
            <a:pPr marL="292100" algn="just">
              <a:buFont typeface="Wingdings" pitchFamily="2" charset="2"/>
              <a:buChar char="ü"/>
            </a:pPr>
            <a:r>
              <a:rPr lang="en-US" dirty="0" smtClean="0"/>
              <a:t> Open </a:t>
            </a:r>
            <a:r>
              <a:rPr lang="en-US" b="1" dirty="0" smtClean="0"/>
              <a:t>Putty</a:t>
            </a:r>
            <a:r>
              <a:rPr lang="en-US" dirty="0" smtClean="0"/>
              <a:t> Application</a:t>
            </a:r>
          </a:p>
          <a:p>
            <a:pPr marL="292100" algn="just">
              <a:buFont typeface="Wingdings" pitchFamily="2" charset="2"/>
              <a:buChar char="ü"/>
            </a:pPr>
            <a:r>
              <a:rPr lang="en-US" dirty="0" smtClean="0"/>
              <a:t> in Putty add Host Name / IP Address </a:t>
            </a:r>
            <a:r>
              <a:rPr lang="en-US" b="1" dirty="0" smtClean="0"/>
              <a:t>(</a:t>
            </a:r>
            <a:r>
              <a:rPr lang="en-US" b="1" dirty="0" smtClean="0">
                <a:hlinkClick r:id="rId3"/>
              </a:rPr>
              <a:t>ubuntu@13.214.175.82</a:t>
            </a:r>
            <a:r>
              <a:rPr lang="en-US" b="1" dirty="0" smtClean="0"/>
              <a:t>)</a:t>
            </a:r>
          </a:p>
          <a:p>
            <a:pPr marL="292100" algn="just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5000" y="530958"/>
            <a:ext cx="7861300" cy="57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" y="1233488"/>
            <a:ext cx="852170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65100" y="206157"/>
            <a:ext cx="8166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2100" algn="just">
              <a:buFont typeface="Wingdings" pitchFamily="2" charset="2"/>
              <a:buChar char="ü"/>
            </a:pPr>
            <a:r>
              <a:rPr lang="en-US" b="1" dirty="0" smtClean="0"/>
              <a:t> </a:t>
            </a:r>
            <a:r>
              <a:rPr lang="en-US" dirty="0" smtClean="0"/>
              <a:t>Go to </a:t>
            </a:r>
            <a:r>
              <a:rPr lang="en-US" b="1" dirty="0" smtClean="0"/>
              <a:t>Connection + SSH + Auth + Credentials </a:t>
            </a:r>
          </a:p>
          <a:p>
            <a:pPr marL="292100" algn="just">
              <a:buFont typeface="Wingdings" pitchFamily="2" charset="2"/>
              <a:buChar char="ü"/>
            </a:pPr>
            <a:r>
              <a:rPr lang="en-US" dirty="0" smtClean="0"/>
              <a:t>Open</a:t>
            </a:r>
            <a:r>
              <a:rPr lang="en-US" b="1" dirty="0" smtClean="0"/>
              <a:t> Credential + browse the .</a:t>
            </a:r>
            <a:r>
              <a:rPr lang="en-US" b="1" dirty="0" err="1" smtClean="0"/>
              <a:t>ppk</a:t>
            </a:r>
            <a:r>
              <a:rPr lang="en-US" b="1" dirty="0" smtClean="0"/>
              <a:t> file</a:t>
            </a:r>
          </a:p>
          <a:p>
            <a:pPr marL="292100" algn="just">
              <a:buFont typeface="Wingdings" pitchFamily="2" charset="2"/>
              <a:buChar char="ü"/>
            </a:pPr>
            <a:r>
              <a:rPr lang="en-US" b="1" dirty="0" smtClean="0"/>
              <a:t>Open + Accept and Continue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3413" y="938213"/>
            <a:ext cx="7877175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33414" y="241300"/>
            <a:ext cx="78771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 smtClean="0"/>
              <a:t>Opned</a:t>
            </a:r>
            <a:r>
              <a:rPr lang="en-US" b="1" dirty="0" smtClean="0"/>
              <a:t> new terminal interface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979" y="381000"/>
            <a:ext cx="589937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 Step 3: Every time we need to Update the instance 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r>
              <a:rPr lang="en-US" dirty="0" smtClean="0"/>
              <a:t> - </a:t>
            </a:r>
            <a:r>
              <a:rPr lang="en-US" dirty="0" err="1" smtClean="0"/>
              <a:t>cmd</a:t>
            </a:r>
            <a:r>
              <a:rPr lang="en-US" dirty="0" smtClean="0"/>
              <a:t> </a:t>
            </a:r>
            <a:r>
              <a:rPr lang="en-US" sz="2000" b="1" dirty="0" err="1" smtClean="0"/>
              <a:t>sudo</a:t>
            </a:r>
            <a:r>
              <a:rPr lang="en-US" sz="2000" b="1" dirty="0" smtClean="0"/>
              <a:t> apt-get update</a:t>
            </a:r>
            <a:endParaRPr lang="en-US" b="1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063" y="1462088"/>
            <a:ext cx="89058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9062" y="2119313"/>
            <a:ext cx="89058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06979" y="2977634"/>
            <a:ext cx="871795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 Step 4: </a:t>
            </a:r>
            <a:r>
              <a:rPr lang="en-US" b="1" dirty="0" smtClean="0"/>
              <a:t>Install the OpenVPN</a:t>
            </a:r>
          </a:p>
          <a:p>
            <a:pPr>
              <a:buFont typeface="Wingdings" pitchFamily="2" charset="2"/>
              <a:buChar char="Ø"/>
            </a:pPr>
            <a:endParaRPr lang="en-US" b="1" dirty="0" smtClean="0"/>
          </a:p>
          <a:p>
            <a:pPr lvl="1">
              <a:buFontTx/>
              <a:buChar char="-"/>
            </a:pPr>
            <a:r>
              <a:rPr lang="en-US" b="1" dirty="0" err="1" smtClean="0"/>
              <a:t>Cmd</a:t>
            </a:r>
            <a:r>
              <a:rPr lang="en-US" b="1" dirty="0" smtClean="0"/>
              <a:t> : </a:t>
            </a:r>
            <a:r>
              <a:rPr lang="en-US" b="1" dirty="0" err="1" smtClean="0"/>
              <a:t>sudo</a:t>
            </a:r>
            <a:r>
              <a:rPr lang="en-US" b="1" dirty="0" smtClean="0"/>
              <a:t> apt-get install </a:t>
            </a:r>
            <a:r>
              <a:rPr lang="en-US" b="1" dirty="0" err="1" smtClean="0"/>
              <a:t>openvpn</a:t>
            </a:r>
            <a:endParaRPr lang="en-US" b="1" dirty="0" smtClean="0"/>
          </a:p>
          <a:p>
            <a:pPr lvl="1">
              <a:buFontTx/>
              <a:buChar char="-"/>
            </a:pPr>
            <a:endParaRPr lang="en-US" b="1" dirty="0" smtClean="0"/>
          </a:p>
          <a:p>
            <a:r>
              <a:rPr lang="en-US" b="1" dirty="0" smtClean="0"/>
              <a:t>What the command does</a:t>
            </a:r>
          </a:p>
          <a:p>
            <a:r>
              <a:rPr lang="en-US" b="1" dirty="0" smtClean="0"/>
              <a:t>- </a:t>
            </a:r>
            <a:r>
              <a:rPr lang="en-US" b="1" dirty="0" err="1" smtClean="0"/>
              <a:t>sudo</a:t>
            </a:r>
            <a:endParaRPr lang="en-US" b="1" dirty="0" smtClean="0"/>
          </a:p>
          <a:p>
            <a:r>
              <a:rPr lang="en-US" dirty="0" smtClean="0"/>
              <a:t>	Runs the command with </a:t>
            </a:r>
            <a:r>
              <a:rPr lang="en-US" b="1" dirty="0" smtClean="0"/>
              <a:t>administrator (root)</a:t>
            </a:r>
            <a:r>
              <a:rPr lang="en-US" dirty="0" smtClean="0"/>
              <a:t> permissions.</a:t>
            </a:r>
          </a:p>
          <a:p>
            <a:endParaRPr lang="en-US" dirty="0" smtClean="0"/>
          </a:p>
          <a:p>
            <a:r>
              <a:rPr lang="en-US" b="1" dirty="0" smtClean="0"/>
              <a:t>- apt-get</a:t>
            </a:r>
          </a:p>
          <a:p>
            <a:r>
              <a:rPr lang="en-US" dirty="0" smtClean="0"/>
              <a:t>	Package manager used to install software on </a:t>
            </a:r>
            <a:r>
              <a:rPr lang="en-US" dirty="0" err="1" smtClean="0"/>
              <a:t>Ubuntu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/>
              <a:t>- install </a:t>
            </a:r>
            <a:r>
              <a:rPr lang="en-US" b="1" dirty="0" err="1" smtClean="0"/>
              <a:t>openvpn</a:t>
            </a:r>
            <a:endParaRPr lang="en-US" b="1" dirty="0" smtClean="0"/>
          </a:p>
          <a:p>
            <a:r>
              <a:rPr lang="en-US" dirty="0" smtClean="0"/>
              <a:t>	Tells </a:t>
            </a:r>
            <a:r>
              <a:rPr lang="en-US" dirty="0" err="1" smtClean="0"/>
              <a:t>Ubuntu</a:t>
            </a:r>
            <a:r>
              <a:rPr lang="en-US" dirty="0" smtClean="0"/>
              <a:t> to download and install the </a:t>
            </a:r>
            <a:r>
              <a:rPr lang="en-US" b="1" dirty="0" smtClean="0"/>
              <a:t>OpenVPN client + service</a:t>
            </a:r>
            <a:r>
              <a:rPr lang="en-US" dirty="0" smtClean="0"/>
              <a:t>.</a:t>
            </a:r>
          </a:p>
          <a:p>
            <a:pPr lvl="1">
              <a:buFontTx/>
              <a:buChar char="-"/>
            </a:pPr>
            <a:endParaRPr lang="en-US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7675" y="381000"/>
            <a:ext cx="3648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Every thing will be installed </a:t>
            </a:r>
            <a:endParaRPr 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8274" y="1080532"/>
            <a:ext cx="877252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8274" y="3757057"/>
            <a:ext cx="877252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982" y="203200"/>
            <a:ext cx="87675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Step 5: This command generates a </a:t>
            </a:r>
            <a:r>
              <a:rPr lang="en-US" b="1" dirty="0" smtClean="0"/>
              <a:t>shared secret key</a:t>
            </a:r>
            <a:r>
              <a:rPr lang="en-US" dirty="0" smtClean="0"/>
              <a:t> called </a:t>
            </a:r>
            <a:r>
              <a:rPr lang="en-US" b="1" dirty="0" err="1" smtClean="0"/>
              <a:t>ta.key</a:t>
            </a:r>
            <a:r>
              <a:rPr lang="en-US" dirty="0" smtClean="0"/>
              <a:t> </a:t>
            </a:r>
          </a:p>
          <a:p>
            <a:r>
              <a:rPr lang="en-US" dirty="0" smtClean="0"/>
              <a:t>used for:</a:t>
            </a:r>
          </a:p>
          <a:p>
            <a:endParaRPr lang="en-US" b="1" dirty="0" smtClean="0"/>
          </a:p>
          <a:p>
            <a:r>
              <a:rPr lang="en-US" dirty="0" smtClean="0"/>
              <a:t>- 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en-US" b="1" dirty="0" err="1" smtClean="0"/>
              <a:t>openvpn</a:t>
            </a:r>
            <a:r>
              <a:rPr lang="en-US" b="1" dirty="0" smtClean="0"/>
              <a:t> --</a:t>
            </a:r>
            <a:r>
              <a:rPr lang="en-US" b="1" dirty="0" err="1" smtClean="0"/>
              <a:t>genkey</a:t>
            </a:r>
            <a:r>
              <a:rPr lang="en-US" b="1" dirty="0" smtClean="0"/>
              <a:t> </a:t>
            </a:r>
            <a:r>
              <a:rPr lang="en-US" b="1" dirty="0" err="1" smtClean="0"/>
              <a:t>tls</a:t>
            </a:r>
            <a:r>
              <a:rPr lang="en-US" b="1" dirty="0" smtClean="0"/>
              <a:t>-auth </a:t>
            </a:r>
            <a:r>
              <a:rPr lang="en-US" b="1" dirty="0" err="1" smtClean="0"/>
              <a:t>ta.key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 TLS Authentication (HMAC Security Layer)</a:t>
            </a:r>
          </a:p>
          <a:p>
            <a:r>
              <a:rPr lang="en-US" dirty="0" smtClean="0"/>
              <a:t>Protects your VPN server from unauthorized connections</a:t>
            </a:r>
          </a:p>
          <a:p>
            <a:r>
              <a:rPr lang="en-US" dirty="0" smtClean="0"/>
              <a:t>Prevents port-scanning and </a:t>
            </a:r>
            <a:r>
              <a:rPr lang="en-US" dirty="0" err="1" smtClean="0"/>
              <a:t>DDoS</a:t>
            </a:r>
            <a:r>
              <a:rPr lang="en-US" dirty="0" smtClean="0"/>
              <a:t> attacks</a:t>
            </a:r>
          </a:p>
          <a:p>
            <a:r>
              <a:rPr lang="en-US" dirty="0" smtClean="0"/>
              <a:t>Adds another security layer on top of certificates</a:t>
            </a:r>
          </a:p>
          <a:p>
            <a:r>
              <a:rPr lang="en-US" dirty="0" smtClean="0"/>
              <a:t>This key is required on </a:t>
            </a:r>
            <a:r>
              <a:rPr lang="en-US" b="1" dirty="0" smtClean="0"/>
              <a:t>both server and client</a:t>
            </a:r>
            <a:r>
              <a:rPr lang="en-US" dirty="0" smtClean="0"/>
              <a:t> for a successful VPN connection.</a:t>
            </a:r>
          </a:p>
          <a:p>
            <a:endParaRPr lang="en-US" dirty="0" smtClean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850" y="3638550"/>
            <a:ext cx="804545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85982" y="4659353"/>
            <a:ext cx="85897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dirty="0" smtClean="0"/>
              <a:t> </a:t>
            </a:r>
            <a:r>
              <a:rPr lang="en-US" dirty="0" err="1" smtClean="0"/>
              <a:t>ta.key</a:t>
            </a:r>
            <a:r>
              <a:rPr lang="en-US" dirty="0" smtClean="0"/>
              <a:t> file will generated</a:t>
            </a:r>
          </a:p>
          <a:p>
            <a:pPr>
              <a:buFontTx/>
              <a:buChar char="-"/>
            </a:pPr>
            <a:r>
              <a:rPr lang="en-US" dirty="0" smtClean="0"/>
              <a:t> find the </a:t>
            </a:r>
            <a:r>
              <a:rPr lang="en-US" dirty="0" err="1" smtClean="0"/>
              <a:t>ta.key</a:t>
            </a:r>
            <a:r>
              <a:rPr lang="en-US" dirty="0" smtClean="0"/>
              <a:t> file  </a:t>
            </a:r>
          </a:p>
          <a:p>
            <a:pPr>
              <a:buFontTx/>
              <a:buChar char="-"/>
            </a:pPr>
            <a:endParaRPr lang="en-US" dirty="0" smtClean="0"/>
          </a:p>
          <a:p>
            <a:r>
              <a:rPr lang="en-US" dirty="0" smtClean="0"/>
              <a:t> - </a:t>
            </a:r>
            <a:r>
              <a:rPr lang="en-US" dirty="0" err="1" smtClean="0"/>
              <a:t>cmd</a:t>
            </a:r>
            <a:r>
              <a:rPr lang="en-US" dirty="0" smtClean="0"/>
              <a:t> :</a:t>
            </a:r>
            <a:r>
              <a:rPr lang="en-US" b="1" dirty="0" smtClean="0"/>
              <a:t> </a:t>
            </a:r>
            <a:r>
              <a:rPr lang="en-US" b="1" dirty="0" err="1" smtClean="0"/>
              <a:t>cd</a:t>
            </a:r>
            <a:r>
              <a:rPr lang="en-US" b="1" dirty="0" smtClean="0"/>
              <a:t> /etc/</a:t>
            </a:r>
            <a:r>
              <a:rPr lang="en-US" b="1" dirty="0" err="1" smtClean="0"/>
              <a:t>openvpn</a:t>
            </a:r>
            <a:r>
              <a:rPr lang="en-US" b="1" dirty="0" smtClean="0"/>
              <a:t>/</a:t>
            </a:r>
          </a:p>
        </p:txBody>
      </p:sp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850" y="6018213"/>
            <a:ext cx="8045450" cy="63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2724" y="269874"/>
            <a:ext cx="8410575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2724" y="1422399"/>
            <a:ext cx="8410575" cy="2146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212724" y="3796268"/>
            <a:ext cx="546656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 created </a:t>
            </a:r>
            <a:r>
              <a:rPr lang="en-US" b="1" dirty="0" err="1" smtClean="0"/>
              <a:t>ta.key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-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openvpn</a:t>
            </a:r>
            <a:r>
              <a:rPr lang="en-US" b="1" dirty="0" smtClean="0"/>
              <a:t> –</a:t>
            </a:r>
            <a:r>
              <a:rPr lang="en-US" b="1" dirty="0" err="1" smtClean="0"/>
              <a:t>genkey</a:t>
            </a:r>
            <a:r>
              <a:rPr lang="en-US" b="1" dirty="0" smtClean="0"/>
              <a:t> </a:t>
            </a:r>
            <a:r>
              <a:rPr lang="en-US" b="1" dirty="0" err="1" smtClean="0"/>
              <a:t>tls</a:t>
            </a:r>
            <a:r>
              <a:rPr lang="en-US" b="1" dirty="0" smtClean="0"/>
              <a:t>-auth </a:t>
            </a:r>
            <a:r>
              <a:rPr lang="en-US" b="1" dirty="0" err="1" smtClean="0"/>
              <a:t>ta.key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2724" y="4957206"/>
            <a:ext cx="8754412" cy="1062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70631" y="6298168"/>
            <a:ext cx="33121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Now its created </a:t>
            </a:r>
            <a:r>
              <a:rPr lang="en-US" b="1" dirty="0" err="1" smtClean="0"/>
              <a:t>ta.key</a:t>
            </a:r>
            <a:r>
              <a:rPr lang="en-US" b="1" dirty="0" smtClean="0"/>
              <a:t> file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788" y="360363"/>
            <a:ext cx="8634412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204788" y="2019300"/>
            <a:ext cx="4834978" cy="9848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Char char="-"/>
            </a:pPr>
            <a:r>
              <a:rPr lang="en-US" dirty="0" smtClean="0"/>
              <a:t>If the owner is root we con not copy the file</a:t>
            </a:r>
          </a:p>
          <a:p>
            <a:pPr>
              <a:buFontTx/>
              <a:buChar char="-"/>
            </a:pPr>
            <a:r>
              <a:rPr lang="en-US" dirty="0" smtClean="0"/>
              <a:t>Then the owner  with using </a:t>
            </a:r>
            <a:r>
              <a:rPr lang="en-US" sz="2000" b="1" dirty="0" err="1" smtClean="0"/>
              <a:t>chown</a:t>
            </a:r>
            <a:endParaRPr lang="en-US" sz="2000" b="1" dirty="0" smtClean="0"/>
          </a:p>
          <a:p>
            <a:r>
              <a:rPr lang="en-US" sz="2000" b="1" dirty="0" smtClean="0"/>
              <a:t>  - </a:t>
            </a:r>
            <a:r>
              <a:rPr lang="en-US" sz="2000" dirty="0" err="1" smtClean="0"/>
              <a:t>cmd</a:t>
            </a:r>
            <a:r>
              <a:rPr lang="en-US" sz="2000" dirty="0" smtClean="0"/>
              <a:t> : </a:t>
            </a:r>
            <a:r>
              <a:rPr lang="en-US" sz="2000" b="1" dirty="0" err="1" smtClean="0"/>
              <a:t>sudo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chown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ubuntu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ta.key</a:t>
            </a:r>
            <a:endParaRPr lang="en-US" b="1" dirty="0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4788" y="3028950"/>
            <a:ext cx="8634412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0382" y="3808968"/>
            <a:ext cx="58480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- Now its changed the Owner, you can use Now </a:t>
            </a:r>
            <a:endParaRPr lang="en-US" dirty="0"/>
          </a:p>
        </p:txBody>
      </p:sp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4788" y="4300538"/>
            <a:ext cx="8634412" cy="136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4624" y="241300"/>
            <a:ext cx="87742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6:</a:t>
            </a:r>
            <a:r>
              <a:rPr lang="en-US" b="1" dirty="0" smtClean="0"/>
              <a:t> Open the Win SCP</a:t>
            </a:r>
          </a:p>
          <a:p>
            <a:r>
              <a:rPr lang="en-US" b="1" dirty="0" smtClean="0"/>
              <a:t> </a:t>
            </a:r>
          </a:p>
          <a:p>
            <a:r>
              <a:rPr lang="en-US" b="1" dirty="0" smtClean="0"/>
              <a:t> - Go to EC2 instance Then copy the Public IPv4 address</a:t>
            </a:r>
          </a:p>
          <a:p>
            <a:r>
              <a:rPr lang="en-US" dirty="0" smtClean="0"/>
              <a:t>	( 13.214.175.82 )</a:t>
            </a:r>
          </a:p>
          <a:p>
            <a:r>
              <a:rPr lang="en-US" b="1" dirty="0" smtClean="0"/>
              <a:t> </a:t>
            </a:r>
          </a:p>
        </p:txBody>
      </p:sp>
      <p:pic>
        <p:nvPicPr>
          <p:cNvPr id="54278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5925" y="1565275"/>
            <a:ext cx="76009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163" y="1231900"/>
            <a:ext cx="730567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411163" y="304800"/>
            <a:ext cx="651492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- </a:t>
            </a:r>
            <a:r>
              <a:rPr lang="en-US" dirty="0" smtClean="0"/>
              <a:t>Go to </a:t>
            </a:r>
            <a:r>
              <a:rPr lang="en-US" b="1" dirty="0" smtClean="0"/>
              <a:t>Advanced + Authentication + add the .</a:t>
            </a:r>
            <a:r>
              <a:rPr lang="en-US" b="1" dirty="0" err="1" smtClean="0"/>
              <a:t>ppk</a:t>
            </a:r>
            <a:r>
              <a:rPr lang="en-US" b="1" dirty="0" smtClean="0"/>
              <a:t> file </a:t>
            </a:r>
          </a:p>
          <a:p>
            <a:endParaRPr lang="en-US" b="1" dirty="0" smtClean="0"/>
          </a:p>
          <a:p>
            <a:r>
              <a:rPr lang="en-US" b="1" dirty="0" smtClean="0"/>
              <a:t>- </a:t>
            </a:r>
            <a:r>
              <a:rPr lang="en-US" dirty="0" smtClean="0"/>
              <a:t> </a:t>
            </a:r>
            <a:r>
              <a:rPr lang="en-US" b="1" dirty="0" smtClean="0"/>
              <a:t>Accept and login 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688975"/>
            <a:ext cx="8534400" cy="548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56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355600" y="254000"/>
            <a:ext cx="29145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- Go to etc + </a:t>
            </a:r>
            <a:r>
              <a:rPr lang="en-US" sz="2400" b="1" dirty="0" err="1" smtClean="0"/>
              <a:t>openvpn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742950"/>
            <a:ext cx="84328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203200" y="88900"/>
            <a:ext cx="7937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- </a:t>
            </a:r>
            <a:r>
              <a:rPr lang="en-US" dirty="0" smtClean="0"/>
              <a:t>Then copy the </a:t>
            </a:r>
            <a:r>
              <a:rPr lang="en-US" sz="2400" b="1" dirty="0" err="1" smtClean="0"/>
              <a:t>ta.key</a:t>
            </a:r>
            <a:r>
              <a:rPr lang="en-US" sz="2400" dirty="0" smtClean="0"/>
              <a:t> </a:t>
            </a:r>
            <a:r>
              <a:rPr lang="en-US" dirty="0" smtClean="0"/>
              <a:t>file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3200" y="2430502"/>
            <a:ext cx="8255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- past in </a:t>
            </a:r>
            <a:r>
              <a:rPr lang="en-US" sz="2000" b="1" dirty="0" err="1" smtClean="0"/>
              <a:t>ta.key</a:t>
            </a:r>
            <a:r>
              <a:rPr lang="en-US" dirty="0" smtClean="0"/>
              <a:t> in certificate</a:t>
            </a:r>
            <a:endParaRPr lang="en-US" dirty="0"/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3200" y="3009900"/>
            <a:ext cx="8432800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5" y="190500"/>
            <a:ext cx="8614433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7: Now we need to </a:t>
            </a:r>
            <a:r>
              <a:rPr lang="en-US" b="1" dirty="0" smtClean="0"/>
              <a:t>create Server Configuration  </a:t>
            </a:r>
          </a:p>
          <a:p>
            <a:endParaRPr lang="en-US" dirty="0" smtClean="0"/>
          </a:p>
          <a:p>
            <a:r>
              <a:rPr lang="en-US" dirty="0" smtClean="0"/>
              <a:t>	 </a:t>
            </a:r>
            <a:r>
              <a:rPr lang="en-US" b="1" dirty="0" smtClean="0"/>
              <a:t>TLS authentication key (</a:t>
            </a:r>
            <a:r>
              <a:rPr lang="en-US" b="1" dirty="0" err="1" smtClean="0"/>
              <a:t>ta.key</a:t>
            </a:r>
            <a:r>
              <a:rPr lang="en-US" b="1" dirty="0" smtClean="0"/>
              <a:t>)</a:t>
            </a:r>
            <a:r>
              <a:rPr lang="en-US" dirty="0" smtClean="0"/>
              <a:t> and changed ownership, the </a:t>
            </a:r>
            <a:r>
              <a:rPr lang="en-US" b="1" dirty="0" smtClean="0"/>
              <a:t>next step is to create the OpenVPN server configuration file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-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en-US" sz="2000" b="1" dirty="0" err="1" smtClean="0"/>
              <a:t>sudo</a:t>
            </a:r>
            <a:r>
              <a:rPr lang="en-US" sz="2000" b="1" dirty="0" smtClean="0"/>
              <a:t> vi </a:t>
            </a:r>
            <a:r>
              <a:rPr lang="en-US" sz="2000" b="1" dirty="0" err="1" smtClean="0"/>
              <a:t>server.conf</a:t>
            </a:r>
            <a:r>
              <a:rPr lang="en-US" dirty="0" smtClean="0"/>
              <a:t>   </a:t>
            </a:r>
          </a:p>
          <a:p>
            <a:r>
              <a:rPr lang="en-US" dirty="0" smtClean="0"/>
              <a:t>   add code </a:t>
            </a:r>
          </a:p>
          <a:p>
            <a:endParaRPr lang="en-US" dirty="0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" y="2416175"/>
            <a:ext cx="9010650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675" y="6353175"/>
            <a:ext cx="90106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4"/>
          <a:srcRect r="10284"/>
          <a:stretch>
            <a:fillRect/>
          </a:stretch>
        </p:blipFill>
        <p:spPr bwMode="auto">
          <a:xfrm>
            <a:off x="3565525" y="1643777"/>
            <a:ext cx="55118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700" y="165100"/>
            <a:ext cx="8813799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39700" y="1301234"/>
            <a:ext cx="88137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8: Now we enable the </a:t>
            </a:r>
            <a:r>
              <a:rPr lang="en-US" b="1" dirty="0" smtClean="0"/>
              <a:t>IP </a:t>
            </a:r>
            <a:r>
              <a:rPr lang="en-US" b="1" dirty="0" err="1" smtClean="0"/>
              <a:t>forwording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	-</a:t>
            </a:r>
            <a:r>
              <a:rPr lang="en-US" dirty="0" smtClean="0"/>
              <a:t> </a:t>
            </a:r>
            <a:r>
              <a:rPr lang="en-US" dirty="0" err="1" smtClean="0"/>
              <a:t>cmd</a:t>
            </a:r>
            <a:r>
              <a:rPr lang="en-US" dirty="0" smtClean="0"/>
              <a:t>: </a:t>
            </a:r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sysctl</a:t>
            </a:r>
            <a:r>
              <a:rPr lang="en-US" b="1" dirty="0" smtClean="0"/>
              <a:t> -w net.ipv4.ip_forward=1</a:t>
            </a:r>
          </a:p>
          <a:p>
            <a:endParaRPr lang="en-US" b="1" dirty="0" smtClean="0"/>
          </a:p>
          <a:p>
            <a:pPr algn="just"/>
            <a:r>
              <a:rPr lang="en-US" dirty="0" smtClean="0"/>
              <a:t>	This command </a:t>
            </a:r>
            <a:r>
              <a:rPr lang="en-US" b="1" dirty="0" smtClean="0"/>
              <a:t>temporarily enables IP forwarding</a:t>
            </a:r>
            <a:r>
              <a:rPr lang="en-US" dirty="0" smtClean="0"/>
              <a:t> in Linux.</a:t>
            </a:r>
            <a:br>
              <a:rPr lang="en-US" dirty="0" smtClean="0"/>
            </a:br>
            <a:r>
              <a:rPr lang="en-US" dirty="0" smtClean="0"/>
              <a:t>IP forwarding is required so that </a:t>
            </a:r>
            <a:r>
              <a:rPr lang="en-US" b="1" dirty="0" smtClean="0"/>
              <a:t>VPN clients can access the internet or your internal network</a:t>
            </a:r>
            <a:r>
              <a:rPr lang="en-US" dirty="0" smtClean="0"/>
              <a:t> through the EC2 server.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9700" y="3670300"/>
            <a:ext cx="8813799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39700" y="5235138"/>
            <a:ext cx="88137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Important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This command works </a:t>
            </a:r>
            <a:r>
              <a:rPr lang="en-US" b="1" dirty="0" smtClean="0"/>
              <a:t>only until the system reboots</a:t>
            </a:r>
            <a:r>
              <a:rPr lang="en-US" dirty="0" smtClean="0"/>
              <a:t>. After reboot, it will reset unless we make it permanently</a:t>
            </a:r>
            <a:endParaRPr lang="en-US" b="1" dirty="0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304800"/>
            <a:ext cx="8966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9: Now we enable the </a:t>
            </a:r>
            <a:r>
              <a:rPr lang="en-US" b="1" dirty="0" smtClean="0"/>
              <a:t>system configuration </a:t>
            </a:r>
            <a:r>
              <a:rPr lang="en-US" dirty="0" smtClean="0"/>
              <a:t>file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/>
              <a:t>-</a:t>
            </a:r>
            <a:r>
              <a:rPr lang="en-US" dirty="0" smtClean="0"/>
              <a:t> 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su</a:t>
            </a:r>
            <a:r>
              <a:rPr lang="en-US" b="1" dirty="0" smtClean="0"/>
              <a:t> (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is Super </a:t>
            </a:r>
            <a:r>
              <a:rPr lang="en-US" b="1" dirty="0" smtClean="0"/>
              <a:t>U</a:t>
            </a:r>
            <a:r>
              <a:rPr lang="en-US" dirty="0" smtClean="0"/>
              <a:t>ser)</a:t>
            </a:r>
            <a:endParaRPr lang="en-US" b="1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/>
              <a:t>-</a:t>
            </a:r>
            <a:r>
              <a:rPr lang="en-US" dirty="0" smtClean="0"/>
              <a:t> 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en-US" b="1" dirty="0" err="1" smtClean="0"/>
              <a:t>sudo</a:t>
            </a:r>
            <a:r>
              <a:rPr lang="en-US" b="1" dirty="0" smtClean="0"/>
              <a:t> echo "net.ipv4.ip_forward = 1" &gt;&gt; /etc/</a:t>
            </a:r>
            <a:r>
              <a:rPr lang="en-US" b="1" dirty="0" err="1" smtClean="0"/>
              <a:t>sysctl.conf</a:t>
            </a:r>
            <a:endParaRPr lang="en-US" b="1" dirty="0" smtClean="0"/>
          </a:p>
          <a:p>
            <a:endParaRPr 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800" y="2059126"/>
            <a:ext cx="8791575" cy="121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77800" y="3429000"/>
            <a:ext cx="8509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9: </a:t>
            </a:r>
            <a:r>
              <a:rPr lang="en-US" b="1" dirty="0" smtClean="0"/>
              <a:t>Network Card Configuration </a:t>
            </a:r>
          </a:p>
          <a:p>
            <a:endParaRPr lang="en-US" b="1" dirty="0" smtClean="0"/>
          </a:p>
          <a:p>
            <a:r>
              <a:rPr lang="en-US" b="1" dirty="0" smtClean="0"/>
              <a:t> - 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fr-FR" b="1" dirty="0" err="1" smtClean="0"/>
              <a:t>sudo</a:t>
            </a:r>
            <a:r>
              <a:rPr lang="fr-FR" b="1" dirty="0" smtClean="0"/>
              <a:t> </a:t>
            </a:r>
            <a:r>
              <a:rPr lang="fr-FR" b="1" dirty="0" err="1" smtClean="0"/>
              <a:t>iptables</a:t>
            </a:r>
            <a:r>
              <a:rPr lang="fr-FR" b="1" dirty="0" smtClean="0"/>
              <a:t> -t </a:t>
            </a:r>
            <a:r>
              <a:rPr lang="fr-FR" b="1" dirty="0" err="1" smtClean="0"/>
              <a:t>nat</a:t>
            </a:r>
            <a:r>
              <a:rPr lang="fr-FR" b="1" dirty="0" smtClean="0"/>
              <a:t> -A POSTROUTING -s 172.31.0.0/24 -o ens5 -j MASQUERADE</a:t>
            </a:r>
            <a:endParaRPr lang="en-US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7800" y="4841874"/>
            <a:ext cx="89820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0009" y="450891"/>
            <a:ext cx="84191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10: Now allow the port number 1194 in </a:t>
            </a:r>
            <a:r>
              <a:rPr lang="en-US" dirty="0" err="1" smtClean="0"/>
              <a:t>firewal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 smtClean="0"/>
              <a:t>-- 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ufw</a:t>
            </a:r>
            <a:r>
              <a:rPr lang="en-US" b="1" dirty="0" smtClean="0"/>
              <a:t> allow 1194/</a:t>
            </a:r>
            <a:r>
              <a:rPr lang="en-US" b="1" dirty="0" err="1" smtClean="0"/>
              <a:t>udp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	You are allowing VPN clients to reach your OpenVPN server through port 1194. </a:t>
            </a:r>
            <a:r>
              <a:rPr lang="en-US" dirty="0" smtClean="0"/>
              <a:t>Without this, the VPN server will start, but </a:t>
            </a:r>
            <a:r>
              <a:rPr lang="en-US" b="1" dirty="0" smtClean="0"/>
              <a:t>no client can connect</a:t>
            </a:r>
            <a:r>
              <a:rPr lang="en-US" dirty="0" smtClean="0"/>
              <a:t>.</a:t>
            </a:r>
          </a:p>
          <a:p>
            <a:endParaRPr lang="en-US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27" y="2944414"/>
            <a:ext cx="8617773" cy="1349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1427" y="4689350"/>
            <a:ext cx="66192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  -- Now it updated the rules</a:t>
            </a:r>
          </a:p>
          <a:p>
            <a:pPr>
              <a:buFontTx/>
              <a:buChar char="-"/>
            </a:pPr>
            <a:endParaRPr lang="en-US" dirty="0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406" y="173620"/>
            <a:ext cx="876782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11: Now we enable the SSH</a:t>
            </a:r>
          </a:p>
          <a:p>
            <a:endParaRPr lang="en-US" dirty="0" smtClean="0"/>
          </a:p>
          <a:p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ufw</a:t>
            </a:r>
            <a:r>
              <a:rPr lang="en-US" dirty="0" smtClean="0"/>
              <a:t> allow </a:t>
            </a:r>
            <a:r>
              <a:rPr lang="en-US" b="1" dirty="0" smtClean="0"/>
              <a:t>Open SSH</a:t>
            </a:r>
            <a:r>
              <a:rPr lang="en-US" dirty="0" smtClean="0"/>
              <a:t> is a firewall command used on </a:t>
            </a:r>
            <a:r>
              <a:rPr lang="en-US" dirty="0" err="1" smtClean="0"/>
              <a:t>Ubuntu</a:t>
            </a:r>
            <a:r>
              <a:rPr lang="en-US" dirty="0" smtClean="0"/>
              <a:t> to </a:t>
            </a:r>
            <a:r>
              <a:rPr lang="en-US" b="1" dirty="0" smtClean="0"/>
              <a:t>allow SSH connections</a:t>
            </a:r>
            <a:r>
              <a:rPr lang="en-US" dirty="0" smtClean="0"/>
              <a:t> to the server through </a:t>
            </a:r>
            <a:r>
              <a:rPr lang="en-US" b="1" dirty="0" smtClean="0"/>
              <a:t>port 22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smtClean="0"/>
              <a:t>What it does: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Opens the firewall rule for </a:t>
            </a:r>
            <a:r>
              <a:rPr lang="en-US" b="1" dirty="0" err="1" smtClean="0"/>
              <a:t>OpenSSH</a:t>
            </a:r>
            <a:r>
              <a:rPr lang="en-US" b="1" dirty="0" smtClean="0"/>
              <a:t> service</a:t>
            </a:r>
            <a:endParaRPr lang="en-US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Ensures you can </a:t>
            </a:r>
            <a:r>
              <a:rPr lang="en-US" b="1" dirty="0" smtClean="0"/>
              <a:t>connect to your EC2 instance using SSH</a:t>
            </a:r>
            <a:endParaRPr lang="en-US" dirty="0" smtClean="0"/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Prevents the firewall from blocking your login</a:t>
            </a:r>
          </a:p>
          <a:p>
            <a:endParaRPr lang="en-US" b="1" dirty="0" smtClean="0"/>
          </a:p>
          <a:p>
            <a:r>
              <a:rPr lang="en-US" b="1" dirty="0" smtClean="0"/>
              <a:t>Why this command is important?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If you enable UFW (</a:t>
            </a:r>
            <a:r>
              <a:rPr lang="en-US" dirty="0" err="1" smtClean="0"/>
              <a:t>Ubuntu</a:t>
            </a:r>
            <a:r>
              <a:rPr lang="en-US" dirty="0" smtClean="0"/>
              <a:t> Firewall) </a:t>
            </a:r>
            <a:r>
              <a:rPr lang="en-US" i="1" dirty="0" smtClean="0"/>
              <a:t>without</a:t>
            </a:r>
            <a:r>
              <a:rPr lang="en-US" dirty="0" smtClean="0"/>
              <a:t> allowing SSH first, </a:t>
            </a:r>
            <a:r>
              <a:rPr lang="en-US" b="1" dirty="0" smtClean="0"/>
              <a:t>you will 	get locked out</a:t>
            </a:r>
            <a:r>
              <a:rPr lang="en-US" dirty="0" smtClean="0"/>
              <a:t> of your EC2 instance.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/>
              <a:t>So we always run:</a:t>
            </a:r>
          </a:p>
          <a:p>
            <a:endParaRPr lang="en-US" dirty="0" smtClean="0"/>
          </a:p>
          <a:p>
            <a:r>
              <a:rPr lang="en-US" b="1" dirty="0" smtClean="0"/>
              <a:t>  -- 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ufw</a:t>
            </a:r>
            <a:r>
              <a:rPr lang="en-US" b="1" dirty="0" smtClean="0"/>
              <a:t> allow </a:t>
            </a:r>
            <a:r>
              <a:rPr lang="en-US" b="1" dirty="0" err="1" smtClean="0"/>
              <a:t>OpenSSH</a:t>
            </a:r>
            <a:endParaRPr lang="en-US" b="1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406" y="5182830"/>
            <a:ext cx="8617773" cy="104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5015" y="233345"/>
            <a:ext cx="72737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12: Enable </a:t>
            </a:r>
            <a:r>
              <a:rPr lang="en-US" b="1" dirty="0" err="1" smtClean="0"/>
              <a:t>ufw</a:t>
            </a:r>
            <a:r>
              <a:rPr lang="en-US" dirty="0" smtClean="0"/>
              <a:t> by default its disable </a:t>
            </a:r>
          </a:p>
          <a:p>
            <a:r>
              <a:rPr lang="en-US" dirty="0" smtClean="0"/>
              <a:t>	</a:t>
            </a:r>
          </a:p>
          <a:p>
            <a:r>
              <a:rPr lang="en-US" dirty="0" smtClean="0"/>
              <a:t>	</a:t>
            </a:r>
            <a:r>
              <a:rPr lang="en-US" b="1" dirty="0" smtClean="0"/>
              <a:t>--  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ufw</a:t>
            </a:r>
            <a:r>
              <a:rPr lang="en-US" b="1" dirty="0" smtClean="0"/>
              <a:t> enable</a:t>
            </a:r>
            <a:endParaRPr lang="en-US" b="1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764" y="1317887"/>
            <a:ext cx="8501846" cy="881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435015" y="2500132"/>
            <a:ext cx="4961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After that Need to check the </a:t>
            </a:r>
            <a:r>
              <a:rPr lang="en-US" b="1" dirty="0" err="1" smtClean="0"/>
              <a:t>ufw</a:t>
            </a:r>
            <a:r>
              <a:rPr lang="en-US" b="1" dirty="0" smtClean="0"/>
              <a:t> status </a:t>
            </a:r>
            <a:endParaRPr lang="en-US" dirty="0"/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764" y="3028890"/>
            <a:ext cx="8501846" cy="2619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621039" y="5904146"/>
            <a:ext cx="43268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Server Configuration is completed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283" y="34162"/>
            <a:ext cx="8570028" cy="34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80433" y="3476885"/>
            <a:ext cx="85468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13: </a:t>
            </a:r>
            <a:r>
              <a:rPr lang="en-US" b="1" dirty="0" smtClean="0"/>
              <a:t>Edit /etc/</a:t>
            </a:r>
            <a:r>
              <a:rPr lang="en-US" b="1" dirty="0" err="1" smtClean="0"/>
              <a:t>ufw</a:t>
            </a:r>
            <a:r>
              <a:rPr lang="en-US" b="1" dirty="0" smtClean="0"/>
              <a:t>/</a:t>
            </a:r>
            <a:r>
              <a:rPr lang="en-US" b="1" dirty="0" err="1" smtClean="0"/>
              <a:t>before.rules</a:t>
            </a:r>
            <a:r>
              <a:rPr lang="en-US" b="1" dirty="0" smtClean="0"/>
              <a:t> to add NAT rules before the *filter section:</a:t>
            </a:r>
            <a:endParaRPr lang="en-US" dirty="0"/>
          </a:p>
        </p:txBody>
      </p:sp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0433" y="4444149"/>
            <a:ext cx="8546878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770" y="528638"/>
            <a:ext cx="8588415" cy="58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2045" y="277792"/>
            <a:ext cx="86578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Update /etc/default/</a:t>
            </a:r>
            <a:r>
              <a:rPr lang="en-US" dirty="0" err="1" smtClean="0"/>
              <a:t>ufw</a:t>
            </a:r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  </a:t>
            </a:r>
            <a:r>
              <a:rPr lang="en-US" dirty="0" smtClean="0"/>
              <a:t>-- </a:t>
            </a:r>
            <a:r>
              <a:rPr lang="en-US" dirty="0" err="1" smtClean="0"/>
              <a:t>cmd</a:t>
            </a:r>
            <a:r>
              <a:rPr lang="en-US" dirty="0" smtClean="0"/>
              <a:t> : </a:t>
            </a:r>
            <a:r>
              <a:rPr lang="en-US" b="1" dirty="0" smtClean="0"/>
              <a:t>vi /etc/default/</a:t>
            </a:r>
            <a:r>
              <a:rPr lang="en-US" b="1" dirty="0" err="1" smtClean="0"/>
              <a:t>ufw</a:t>
            </a:r>
            <a:r>
              <a:rPr lang="en-US" b="1" dirty="0" smtClean="0"/>
              <a:t> </a:t>
            </a:r>
            <a:endParaRPr lang="en-US" b="1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 r="13503"/>
          <a:stretch>
            <a:fillRect/>
          </a:stretch>
        </p:blipFill>
        <p:spPr bwMode="auto">
          <a:xfrm>
            <a:off x="162044" y="1955800"/>
            <a:ext cx="8657864" cy="294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133" y="625033"/>
            <a:ext cx="8727577" cy="569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833" y="243068"/>
            <a:ext cx="7714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14: Go to </a:t>
            </a:r>
            <a:r>
              <a:rPr lang="en-US" b="1" dirty="0" smtClean="0"/>
              <a:t>DEFAULT_FORWARD_POLICY=“DROP“</a:t>
            </a:r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833" y="886368"/>
            <a:ext cx="8547904" cy="1312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67833" y="2419109"/>
            <a:ext cx="80733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Change to DEFAULT_FORWARD_POLICY=“DROP“ to “ ACCEPT”</a:t>
            </a:r>
          </a:p>
        </p:txBody>
      </p:sp>
      <p:pic>
        <p:nvPicPr>
          <p:cNvPr id="450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7833" y="2938463"/>
            <a:ext cx="8547904" cy="1286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81965" y="4399438"/>
            <a:ext cx="83337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 Now start the VPN Server</a:t>
            </a:r>
          </a:p>
          <a:p>
            <a:endParaRPr lang="en-US" b="1" dirty="0" smtClean="0"/>
          </a:p>
          <a:p>
            <a:r>
              <a:rPr lang="en-US" b="1" dirty="0" smtClean="0"/>
              <a:t>  -- </a:t>
            </a:r>
            <a:r>
              <a:rPr lang="en-US" dirty="0" err="1" smtClean="0"/>
              <a:t>cmd</a:t>
            </a:r>
            <a:r>
              <a:rPr lang="en-US" dirty="0" smtClean="0"/>
              <a:t>: </a:t>
            </a:r>
            <a:r>
              <a:rPr lang="en-US" b="1" dirty="0" err="1" smtClean="0"/>
              <a:t>cd</a:t>
            </a:r>
            <a:r>
              <a:rPr lang="en-US" b="1" dirty="0" smtClean="0"/>
              <a:t> /etc/</a:t>
            </a:r>
            <a:r>
              <a:rPr lang="en-US" b="1" dirty="0" err="1" smtClean="0"/>
              <a:t>openvpn</a:t>
            </a:r>
            <a:r>
              <a:rPr lang="en-US" b="1" dirty="0" smtClean="0"/>
              <a:t>/ </a:t>
            </a:r>
          </a:p>
          <a:p>
            <a:r>
              <a:rPr lang="en-US" b="1" dirty="0" smtClean="0"/>
              <a:t>  </a:t>
            </a:r>
            <a:r>
              <a:rPr lang="en-US" dirty="0" smtClean="0"/>
              <a:t>-- </a:t>
            </a:r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systemctl</a:t>
            </a:r>
            <a:r>
              <a:rPr lang="en-US" b="1" dirty="0" smtClean="0"/>
              <a:t> start </a:t>
            </a:r>
            <a:r>
              <a:rPr lang="en-US" b="1" dirty="0" err="1" smtClean="0"/>
              <a:t>openvpn@server</a:t>
            </a:r>
            <a:endParaRPr lang="en-US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297" y="196770"/>
            <a:ext cx="2185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Start the </a:t>
            </a:r>
            <a:r>
              <a:rPr lang="en-US" dirty="0" err="1" smtClean="0"/>
              <a:t>WinSCP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6434" y="785028"/>
            <a:ext cx="7734300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3677" y="243068"/>
            <a:ext cx="83730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15: Open the </a:t>
            </a:r>
            <a:r>
              <a:rPr lang="en-US" dirty="0" err="1" smtClean="0"/>
              <a:t>Openvpn</a:t>
            </a:r>
            <a:r>
              <a:rPr lang="en-US" dirty="0" smtClean="0"/>
              <a:t> </a:t>
            </a:r>
            <a:r>
              <a:rPr lang="en-US" b="1" dirty="0" smtClean="0"/>
              <a:t>( /etc/</a:t>
            </a:r>
            <a:r>
              <a:rPr lang="en-US" b="1" dirty="0" err="1" smtClean="0"/>
              <a:t>openvpn</a:t>
            </a:r>
            <a:r>
              <a:rPr lang="en-US" b="1" dirty="0" smtClean="0"/>
              <a:t>/)</a:t>
            </a:r>
          </a:p>
          <a:p>
            <a:endParaRPr lang="en-US" b="1" dirty="0" smtClean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677" y="759998"/>
            <a:ext cx="8373082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3677" y="3716955"/>
            <a:ext cx="8373082" cy="768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23678" y="3011101"/>
            <a:ext cx="82110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16: We cont modify the root folder then now we change the owner permission 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3677" y="5229049"/>
            <a:ext cx="8373082" cy="140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23678" y="4688805"/>
            <a:ext cx="7452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Now refresh the </a:t>
            </a:r>
            <a:r>
              <a:rPr lang="en-US" dirty="0" err="1" smtClean="0"/>
              <a:t>WinSCP</a:t>
            </a:r>
            <a:r>
              <a:rPr lang="en-US" dirty="0" smtClean="0"/>
              <a:t> and check owner permission update or not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7724"/>
            <a:ext cx="88024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17: Then we copy the files form local certificate</a:t>
            </a:r>
          </a:p>
          <a:p>
            <a:r>
              <a:rPr lang="en-US" dirty="0" smtClean="0"/>
              <a:t>	Certificate are:</a:t>
            </a:r>
          </a:p>
          <a:p>
            <a:r>
              <a:rPr lang="en-US" dirty="0" smtClean="0"/>
              <a:t>		 -- </a:t>
            </a:r>
            <a:r>
              <a:rPr lang="en-US" b="1" dirty="0" smtClean="0"/>
              <a:t>CA, Server.crt, </a:t>
            </a:r>
            <a:r>
              <a:rPr lang="en-US" b="1" dirty="0" err="1" smtClean="0"/>
              <a:t>Server.key</a:t>
            </a:r>
            <a:r>
              <a:rPr lang="en-US" b="1" dirty="0" smtClean="0"/>
              <a:t>, </a:t>
            </a:r>
            <a:r>
              <a:rPr lang="en-US" b="1" dirty="0" err="1" smtClean="0"/>
              <a:t>ta.key</a:t>
            </a:r>
            <a:r>
              <a:rPr lang="en-US" b="1" dirty="0" smtClean="0"/>
              <a:t>, dh.pem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33454"/>
            <a:ext cx="9134475" cy="553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3447" y="231494"/>
            <a:ext cx="54857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Step 18: Now start the server</a:t>
            </a:r>
          </a:p>
          <a:p>
            <a:r>
              <a:rPr lang="en-US" dirty="0" smtClean="0"/>
              <a:t> --</a:t>
            </a:r>
            <a:r>
              <a:rPr lang="en-US" dirty="0" err="1" smtClean="0"/>
              <a:t>cmd</a:t>
            </a:r>
            <a:r>
              <a:rPr lang="en-US" dirty="0" smtClean="0"/>
              <a:t>: </a:t>
            </a:r>
            <a:r>
              <a:rPr lang="en-US" b="1" dirty="0" smtClean="0"/>
              <a:t> </a:t>
            </a:r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systemctl</a:t>
            </a:r>
            <a:r>
              <a:rPr lang="en-US" b="1" dirty="0" smtClean="0"/>
              <a:t> start </a:t>
            </a:r>
            <a:r>
              <a:rPr lang="en-US" b="1" dirty="0" err="1" smtClean="0"/>
              <a:t>openvpn@server</a:t>
            </a:r>
            <a:endParaRPr lang="en-US" b="1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447" y="1136850"/>
            <a:ext cx="8623312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3447" y="3762374"/>
            <a:ext cx="8623312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3" y="1271588"/>
            <a:ext cx="8943975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58800" y="152400"/>
            <a:ext cx="7302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19: Then now check the status of </a:t>
            </a:r>
            <a:r>
              <a:rPr lang="en-US" dirty="0" err="1" smtClean="0"/>
              <a:t>openvpn</a:t>
            </a:r>
            <a:r>
              <a:rPr lang="en-US" dirty="0" smtClean="0"/>
              <a:t> server</a:t>
            </a:r>
          </a:p>
          <a:p>
            <a:endParaRPr lang="en-US" dirty="0" smtClean="0"/>
          </a:p>
          <a:p>
            <a:r>
              <a:rPr lang="en-US" dirty="0" smtClean="0"/>
              <a:t> --</a:t>
            </a:r>
            <a:r>
              <a:rPr lang="en-US" dirty="0" err="1" smtClean="0"/>
              <a:t>cmd</a:t>
            </a:r>
            <a:r>
              <a:rPr lang="en-US" dirty="0" smtClean="0"/>
              <a:t>: </a:t>
            </a:r>
            <a:r>
              <a:rPr lang="en-US" b="1" dirty="0" smtClean="0"/>
              <a:t> </a:t>
            </a:r>
            <a:r>
              <a:rPr lang="en-US" b="1" dirty="0" err="1" smtClean="0"/>
              <a:t>sudo</a:t>
            </a:r>
            <a:r>
              <a:rPr lang="en-US" b="1" dirty="0" smtClean="0"/>
              <a:t> </a:t>
            </a:r>
            <a:r>
              <a:rPr lang="en-US" b="1" dirty="0" err="1" smtClean="0"/>
              <a:t>systemctl</a:t>
            </a:r>
            <a:r>
              <a:rPr lang="en-US" b="1" dirty="0" smtClean="0"/>
              <a:t> status </a:t>
            </a:r>
            <a:r>
              <a:rPr lang="en-US" b="1" dirty="0" err="1" smtClean="0"/>
              <a:t>openvpn@server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165100"/>
            <a:ext cx="8509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Step 20: Download the install the </a:t>
            </a:r>
            <a:r>
              <a:rPr lang="en-US" b="1" dirty="0" err="1" smtClean="0"/>
              <a:t>openvpn</a:t>
            </a:r>
            <a:r>
              <a:rPr lang="en-US" b="1" dirty="0" smtClean="0"/>
              <a:t> </a:t>
            </a:r>
            <a:r>
              <a:rPr lang="en-US" b="1" dirty="0" smtClean="0">
                <a:hlinkClick r:id="rId2"/>
              </a:rPr>
              <a:t>https://openvpn.net/client/</a:t>
            </a:r>
            <a:r>
              <a:rPr lang="en-US" b="1" dirty="0" smtClean="0"/>
              <a:t>  </a:t>
            </a:r>
            <a:endParaRPr lang="en-US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3" y="1079500"/>
            <a:ext cx="9134475" cy="537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DELL\OneDrive\Pictures\Screenshots\Screenshot (255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1" y="854074"/>
            <a:ext cx="4381500" cy="4746626"/>
          </a:xfrm>
          <a:prstGeom prst="rect">
            <a:avLst/>
          </a:prstGeom>
          <a:noFill/>
        </p:spPr>
      </p:pic>
      <p:pic>
        <p:nvPicPr>
          <p:cNvPr id="5124" name="Picture 4" descr="C:\Users\DELL\OneDrive\Pictures\Screenshots\Screenshot (256)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1" y="126999"/>
            <a:ext cx="4270709" cy="64135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594" y="330200"/>
            <a:ext cx="8592906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21 : configure the client server</a:t>
            </a:r>
          </a:p>
          <a:p>
            <a:endParaRPr lang="en-US" dirty="0" smtClean="0"/>
          </a:p>
          <a:p>
            <a:pPr marL="177800" indent="50800">
              <a:buFont typeface="Arial" pitchFamily="34" charset="0"/>
              <a:buChar char="•"/>
            </a:pPr>
            <a:r>
              <a:rPr lang="en-US" dirty="0" smtClean="0"/>
              <a:t> go back to </a:t>
            </a:r>
            <a:r>
              <a:rPr lang="en-US" b="1" dirty="0" err="1" smtClean="0"/>
              <a:t>esayrsa</a:t>
            </a:r>
            <a:r>
              <a:rPr lang="en-US" dirty="0" smtClean="0"/>
              <a:t> </a:t>
            </a:r>
            <a:r>
              <a:rPr lang="en-US" dirty="0" err="1" smtClean="0"/>
              <a:t>floder</a:t>
            </a:r>
            <a:r>
              <a:rPr lang="en-US" dirty="0" smtClean="0"/>
              <a:t> &amp; create one file</a:t>
            </a:r>
          </a:p>
          <a:p>
            <a:pPr marL="177800" indent="50800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 </a:t>
            </a:r>
            <a:r>
              <a:rPr lang="en-US" dirty="0" smtClean="0"/>
              <a:t>Edit the IP address and post num with , use UDP </a:t>
            </a:r>
            <a:r>
              <a:rPr lang="en-US" dirty="0" err="1" smtClean="0"/>
              <a:t>protocal</a:t>
            </a:r>
            <a:r>
              <a:rPr lang="en-US" dirty="0" smtClean="0"/>
              <a:t>  and save it extension</a:t>
            </a:r>
            <a:r>
              <a:rPr lang="en-US" sz="2000" b="1" dirty="0" smtClean="0"/>
              <a:t> .</a:t>
            </a:r>
            <a:r>
              <a:rPr lang="en-US" sz="2000" b="1" dirty="0" err="1" smtClean="0"/>
              <a:t>ovpn</a:t>
            </a:r>
            <a:r>
              <a:rPr lang="en-US" dirty="0" smtClean="0"/>
              <a:t> (</a:t>
            </a:r>
            <a:r>
              <a:rPr lang="en-US" b="1" dirty="0" err="1" smtClean="0"/>
              <a:t>client.ovpn</a:t>
            </a:r>
            <a:r>
              <a:rPr lang="en-US" b="1" dirty="0" smtClean="0"/>
              <a:t>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794" y="2415825"/>
            <a:ext cx="8097606" cy="357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4900" y="2882900"/>
            <a:ext cx="2514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/>
          <p:cNvCxnSpPr/>
          <p:nvPr/>
        </p:nvCxnSpPr>
        <p:spPr>
          <a:xfrm rot="16200000" flipH="1">
            <a:off x="3459154" y="2024051"/>
            <a:ext cx="1044593" cy="6731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631" y="114300"/>
            <a:ext cx="50532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22: Open the open </a:t>
            </a:r>
            <a:r>
              <a:rPr lang="en-US" dirty="0" err="1" smtClean="0"/>
              <a:t>vpn</a:t>
            </a:r>
            <a:r>
              <a:rPr lang="en-US" dirty="0" smtClean="0"/>
              <a:t> server</a:t>
            </a:r>
          </a:p>
          <a:p>
            <a:endParaRPr lang="en-US" dirty="0" smtClean="0"/>
          </a:p>
          <a:p>
            <a:pPr marL="520700" indent="-177800">
              <a:buFont typeface="Arial" pitchFamily="34" charset="0"/>
              <a:buChar char="•"/>
            </a:pPr>
            <a:r>
              <a:rPr lang="en-US" dirty="0" smtClean="0"/>
              <a:t>Upload the </a:t>
            </a:r>
            <a:r>
              <a:rPr lang="en-US" b="1" dirty="0" smtClean="0"/>
              <a:t>.OVPN </a:t>
            </a:r>
            <a:r>
              <a:rPr lang="en-US" dirty="0" smtClean="0"/>
              <a:t>file (</a:t>
            </a:r>
            <a:r>
              <a:rPr lang="en-US" b="1" dirty="0" err="1" smtClean="0"/>
              <a:t>client.ovpn</a:t>
            </a:r>
            <a:r>
              <a:rPr lang="en-US" dirty="0" smtClean="0"/>
              <a:t>)</a:t>
            </a:r>
          </a:p>
          <a:p>
            <a:pPr marL="520700" indent="-177800">
              <a:buFont typeface="Arial" pitchFamily="34" charset="0"/>
              <a:buChar char="•"/>
            </a:pPr>
            <a:r>
              <a:rPr lang="en-US" dirty="0" smtClean="0"/>
              <a:t>Import file</a:t>
            </a:r>
          </a:p>
          <a:p>
            <a:pPr marL="520700" indent="-177800">
              <a:buFont typeface="Arial" pitchFamily="34" charset="0"/>
              <a:buChar char="•"/>
            </a:pPr>
            <a:r>
              <a:rPr lang="en-US" dirty="0" smtClean="0"/>
              <a:t>Now its ready to </a:t>
            </a:r>
            <a:r>
              <a:rPr lang="en-US" dirty="0" err="1" smtClean="0"/>
              <a:t>connet</a:t>
            </a:r>
            <a:endParaRPr lang="en-US" dirty="0" smtClean="0"/>
          </a:p>
          <a:p>
            <a:pPr marL="520700" indent="-177800"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40375" y="76200"/>
            <a:ext cx="3168650" cy="462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631" y="4462463"/>
            <a:ext cx="89820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47776" y="1627669"/>
            <a:ext cx="3187699" cy="27362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4166" y="1319213"/>
            <a:ext cx="3361234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65100" y="215900"/>
            <a:ext cx="8496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Now its ready to connect</a:t>
            </a:r>
          </a:p>
          <a:p>
            <a:r>
              <a:rPr lang="en-US" dirty="0" smtClean="0"/>
              <a:t>	</a:t>
            </a:r>
            <a:r>
              <a:rPr lang="en-US" b="1" dirty="0" smtClean="0"/>
              <a:t>-- </a:t>
            </a:r>
            <a:r>
              <a:rPr lang="en-US" dirty="0" smtClean="0"/>
              <a:t> Then click to Connect every thing will correct then it will connected </a:t>
            </a:r>
            <a:r>
              <a:rPr lang="en-US" dirty="0" err="1" smtClean="0"/>
              <a:t>securly</a:t>
            </a:r>
            <a:r>
              <a:rPr lang="en-US" dirty="0" smtClean="0"/>
              <a:t> other wise its not connected  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94250" y="1220788"/>
            <a:ext cx="3143250" cy="538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 b="4657"/>
          <a:stretch>
            <a:fillRect/>
          </a:stretch>
        </p:blipFill>
        <p:spPr bwMode="auto">
          <a:xfrm>
            <a:off x="781050" y="1133475"/>
            <a:ext cx="3162300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2950386" y="317500"/>
            <a:ext cx="26773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Connected Successfully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 r="4800"/>
          <a:stretch>
            <a:fillRect/>
          </a:stretch>
        </p:blipFill>
        <p:spPr bwMode="auto">
          <a:xfrm>
            <a:off x="4737100" y="1133475"/>
            <a:ext cx="3022600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266700"/>
            <a:ext cx="8636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Step 23: Verify it working its properly or not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</a:t>
            </a:r>
            <a:r>
              <a:rPr lang="en-US" b="1" dirty="0" smtClean="0"/>
              <a:t>-- </a:t>
            </a:r>
            <a:r>
              <a:rPr lang="en-US" dirty="0" smtClean="0"/>
              <a:t>Open </a:t>
            </a:r>
            <a:r>
              <a:rPr lang="en-US" dirty="0" err="1" smtClean="0"/>
              <a:t>My_ip_address</a:t>
            </a:r>
            <a:r>
              <a:rPr lang="en-US" dirty="0" smtClean="0"/>
              <a:t> </a:t>
            </a:r>
            <a:r>
              <a:rPr lang="en-US" dirty="0" smtClean="0">
                <a:hlinkClick r:id="rId2"/>
              </a:rPr>
              <a:t>https://whatismyipaddress.com/</a:t>
            </a:r>
            <a:r>
              <a:rPr lang="en-US" dirty="0" smtClean="0"/>
              <a:t>  </a:t>
            </a:r>
          </a:p>
          <a:p>
            <a:pPr algn="just"/>
            <a:r>
              <a:rPr lang="en-US" dirty="0" smtClean="0"/>
              <a:t> </a:t>
            </a:r>
            <a:r>
              <a:rPr lang="en-US" b="1" dirty="0" smtClean="0"/>
              <a:t>-- </a:t>
            </a:r>
            <a:r>
              <a:rPr lang="en-US" dirty="0" smtClean="0"/>
              <a:t>Verify the region and IP address 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900" y="1743075"/>
            <a:ext cx="8636000" cy="494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5600" y="977900"/>
            <a:ext cx="8229600" cy="56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685800" y="252968"/>
            <a:ext cx="75099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 24: Lunch one more  instance with disable it Public IP address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100" y="730250"/>
            <a:ext cx="8648699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0606" y="431800"/>
            <a:ext cx="436048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Open the remote Desktop Connection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Get password and Copy 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3107" y="1304925"/>
            <a:ext cx="400409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68763" y="1228725"/>
            <a:ext cx="4943475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38200"/>
            <a:ext cx="9144000" cy="549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828802" y="284202"/>
            <a:ext cx="53623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Now its connected without the Public IP address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888" y="685800"/>
            <a:ext cx="4162425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99000" y="847725"/>
            <a:ext cx="3987800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2445730" y="316468"/>
            <a:ext cx="4884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Now Disconnect and check the IP address 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85950"/>
            <a:ext cx="9144000" cy="443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044714" y="704334"/>
            <a:ext cx="6764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Now we see the changed IP address and your current location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988</TotalTime>
  <Words>1023</Words>
  <Application>Microsoft Macintosh PowerPoint</Application>
  <PresentationFormat>On-screen Show (4:3)</PresentationFormat>
  <Paragraphs>207</Paragraphs>
  <Slides>50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Oriel</vt:lpstr>
      <vt:lpstr> configuring   openvpn  server  on ubuntu  ec2  with  certificate authentication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Thank You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sudo apt-get update</dc:title>
  <dc:subject/>
  <dc:creator/>
  <cp:keywords/>
  <dc:description>generated using python-pptx</dc:description>
  <cp:lastModifiedBy>DELL</cp:lastModifiedBy>
  <cp:revision>103</cp:revision>
  <dcterms:created xsi:type="dcterms:W3CDTF">2013-01-27T09:14:16Z</dcterms:created>
  <dcterms:modified xsi:type="dcterms:W3CDTF">2025-12-05T16:43:29Z</dcterms:modified>
  <cp:category/>
</cp:coreProperties>
</file>